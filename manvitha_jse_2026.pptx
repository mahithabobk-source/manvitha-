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BA8F-D5B6-4531-83CE-CBD638CC7732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6F0E3-D9C7-433D-9766-F8005A23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07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BA8F-D5B6-4531-83CE-CBD638CC7732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6F0E3-D9C7-433D-9766-F8005A23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075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BA8F-D5B6-4531-83CE-CBD638CC7732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6F0E3-D9C7-433D-9766-F8005A23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999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BA8F-D5B6-4531-83CE-CBD638CC7732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6F0E3-D9C7-433D-9766-F8005A23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788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BA8F-D5B6-4531-83CE-CBD638CC7732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6F0E3-D9C7-433D-9766-F8005A23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413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BA8F-D5B6-4531-83CE-CBD638CC7732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6F0E3-D9C7-433D-9766-F8005A23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357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BA8F-D5B6-4531-83CE-CBD638CC7732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6F0E3-D9C7-433D-9766-F8005A23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026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BA8F-D5B6-4531-83CE-CBD638CC7732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6F0E3-D9C7-433D-9766-F8005A23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798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BA8F-D5B6-4531-83CE-CBD638CC7732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6F0E3-D9C7-433D-9766-F8005A23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33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BA8F-D5B6-4531-83CE-CBD638CC7732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6F0E3-D9C7-433D-9766-F8005A23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03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BA8F-D5B6-4531-83CE-CBD638CC7732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6F0E3-D9C7-433D-9766-F8005A23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178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6BA8F-D5B6-4531-83CE-CBD638CC7732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6F0E3-D9C7-433D-9766-F8005A23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993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JSE 2026 – LLM Experimentation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- NAME: </a:t>
            </a:r>
          </a:p>
          <a:p>
            <a:r>
              <a:rPr lang="en-US" dirty="0" smtClean="0"/>
              <a:t>- class : </a:t>
            </a:r>
          </a:p>
          <a:p>
            <a:r>
              <a:rPr lang="en-US" dirty="0" smtClean="0"/>
              <a:t>School </a:t>
            </a:r>
          </a:p>
          <a:p>
            <a:r>
              <a:rPr lang="en-US" dirty="0" smtClean="0"/>
              <a:t>Topic: LLM </a:t>
            </a:r>
          </a:p>
          <a:p>
            <a:r>
              <a:rPr lang="en-US" dirty="0" smtClean="0"/>
              <a:t>Instructor : </a:t>
            </a:r>
            <a:r>
              <a:rPr lang="en-US" dirty="0" err="1" smtClean="0"/>
              <a:t>Vinaykumar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118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400792"/>
            <a:ext cx="8318500" cy="1490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57200" y="2057400"/>
            <a:ext cx="577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This is my input prompt the LLM – drafting about my profile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0600" y="5105400"/>
            <a:ext cx="59200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Prompt : I need to write a profile about me in </a:t>
            </a:r>
            <a:r>
              <a:rPr lang="en-US" dirty="0" err="1" smtClean="0"/>
              <a:t>Github</a:t>
            </a:r>
            <a:r>
              <a:rPr lang="en-US" dirty="0" smtClean="0"/>
              <a:t> as read </a:t>
            </a:r>
          </a:p>
          <a:p>
            <a:r>
              <a:rPr lang="en-US" dirty="0" smtClean="0"/>
              <a:t>me give steps and profile also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736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Prompt output 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https://github.com/mahithabobk-source/Manvitha-/tree/main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124200"/>
            <a:ext cx="8007350" cy="302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287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58</Words>
  <Application>Microsoft Office PowerPoint</Application>
  <PresentationFormat>On-screen Show (4:3)</PresentationFormat>
  <Paragraphs>11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JSE 2026 – LLM Experimentation </vt:lpstr>
      <vt:lpstr>PowerPoint Presentation</vt:lpstr>
      <vt:lpstr>Prompt output :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2026-05-21T10:06:14Z</dcterms:created>
  <dcterms:modified xsi:type="dcterms:W3CDTF">2026-05-21T10:12:03Z</dcterms:modified>
</cp:coreProperties>
</file>